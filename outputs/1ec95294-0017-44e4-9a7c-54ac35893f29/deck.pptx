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A6F97"/>
          </a:solidFill>
          <a:ln w="12700">
            <a:solidFill>
              <a:srgbClr val="2A6F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6F97"/>
                </a:solidFill>
              </a:rPr>
              <a:t>浪潮数字企业 · 中文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033"/>
                </a:solidFill>
              </a:rPr>
              <a:t>浪潮海岳大模型：赋能企业智能化升级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13232" y="2907792"/>
            <a:ext cx="8778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D5B6C"/>
                </a:solidFill>
              </a:rPr>
              <a:t>面向客户中层的AI能力价值汇报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13232" y="5806440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D5B6C"/>
                </a:solidFill>
              </a:rPr>
              <a:t>客户中层  |  企业咨询汇报  |  LC_ppt_skill-main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封面页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建立专业第一印象，明确汇报主体与对象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浪潮海岳大模型｜企业级AI核心引擎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面向客户中层管理者的价值交付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浪潮数字企业｜2024年Q3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深蓝（#0D48CE）主色背景，白字；标题居中，60pt微软雅黑加粗；副标28pt，行距1.5；底部右对齐16pt信息；右侧预留LOGO位（宽120px），全页留白率42%；无边框、无阴影、无装饰图形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02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目录页：四维价值路径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结构化呈现6页逻辑主线，建立清晰认知框架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01 现状之困：数据孤岛与决策滞后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02 海岳之基：国产自主、行业适配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03 能力之实：开箱即用三大模块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04 落地之径：轻量接入、安全可控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05 实践之证：制造/政务场景已验证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横向四栏（01–04）+右侧纵向两栏（05–06）网格布局；编号使用亮蓝（#1D78FA）实心圆点（直径8px）+空格；文字单行、24pt微软雅黑；无图标、无色块填充；行间距1.4；整体居中对齐，左右边距≥80px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现状之困：中层管理者的典型挑战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引发共鸣，锚定问题靶心，奠定方案必要性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报表生成耗时＞4小时/周｜跨系统数据难打通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专家经验复用率＜30%｜业务规则难沉淀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BI分析周期＞3天｜响应速度跟不上业务窗口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AI试点成功率＜40%｜缺算力、算法、工程化能力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左文右图：左侧4行短句（24pt深灰#333，关键词加粗）；右侧并列4个线性图标（SVG格式）——数据孤岛（断链图标）、齿轮卡顿（暂停符号）、时钟延迟（沙漏+箭头）、锁链屏障（盾牌+锁）；图标统一青绿（#00A0A0）描边1.5pt，尺寸60×60px，等距垂直排列；图文间距40px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04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海岳之基：企业级大模型的核心优势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建立技术信任，突出国产可控、行业深耕、开箱可用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全栈自研｜支持信创环境+私有化部署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行业增强｜预置12类垂直领域知识图谱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轻量高效｜7B模型｜120 tokens/s｜&lt;12GB显存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安全可信｜内容过滤+权限分级+审计日志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三列等宽能力卡（第4项居中置于第三列下方，形成3+1视觉节奏）；每列顶部：亮蓝（#1D78FA）横线（长40px，粗3px）+微缩图标（芯片/书本/闪电/盾牌，单色线性，16×16px）；正文白底，深蓝字（#0D48CE），22pt；卡片圆角4px，内边距24px；列间距32px；整体居中，上下留白均衡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能力之实：即插即用的三大AI模块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具象化价值，展示可立即感知的业务提升点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智能知识中枢｜制度/纪要/工单自动结构化，检索准确率92%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流程增强引擎｜嵌入审批/巡检/客服流，流程耗时↓35%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决策辅助看板｜自然语言查多源数据，5秒输出带归因建议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左右布局：左侧3行能力描述（26pt微软雅黑，关键词加粗+亮蓝#1D78FA色）；右侧3个极简线稿图——文档云（分层文档堆叠）、流程图（三节点环形箭头）、仪表盘（折线+指标标签）；图统一深蓝底（#0D48CE）+白色线稿（1.2pt描边），尺寸180×120px；图文间距56px；右图区域顶部标注‘场景示意’（18pt浅灰#666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6F97"/>
                </a:solidFill>
              </a:rPr>
              <a:t>浪潮数字企业 · 06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</a:rPr>
              <a:t>共建之约：分阶段落地路线图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D5B6C"/>
                </a:solidFill>
              </a:rPr>
              <a:t>推动行动共识，明确客户角色与浪潮支持，降低决策阻力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2121408"/>
            <a:ext cx="886968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阶段一（≤30天）｜联合诊断+锁定1个POC场景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阶段二（2–3月）｜私有部署+定制微调+效果报告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阶段三（持续）｜开放API+低代码工具｜IT团队自主扩展</a:t>
            </a:r>
            <a:endParaRPr lang="en-US" sz="1600" dirty="0"/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172033"/>
                </a:solidFill>
              </a:rPr>
              <a:t>浪潮承诺｜专属AI顾问｜7×12支持｜季度能力迭代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5212080"/>
            <a:ext cx="9784080" cy="594360"/>
          </a:xfrm>
          <a:prstGeom prst="rect">
            <a:avLst>
              <a:gd name="adj" fmla="val 12308"/>
            </a:avLst>
          </a:prstGeom>
          <a:solidFill>
            <a:srgbClr val="F1F6F8"/>
          </a:solidFill>
          <a:ln w="12700">
            <a:solidFill>
              <a:srgbClr val="D5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394960"/>
            <a:ext cx="9326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4D5B6C"/>
                </a:solidFill>
              </a:rPr>
              <a:t>横向时间轴：四段等宽色块（#E6F0FF→#B3D4FF→#66A3FF→#1D78FA渐变），每段含：顶部阶段标签（18pt白字）、中部动作短句（22pt深蓝#0D48CE）、底部交付物图标（✅/⚙️/🧩/🔄，16×16px，亮蓝#1D78FA）；轴线为深蓝细线（1px，#0D48CE）；底部通栏居中显示‘浪潮数字企业全程护航’（20pt，亮蓝#1D78FA，加粗）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浪潮数字企业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浪潮海岳大模型：赋能企业智能化升级</dc:title>
  <dc:subject>浪潮海岳大模型</dc:subject>
  <dc:creator>PPT Skill Workspace</dc:creator>
  <cp:lastModifiedBy>PPT Skill Workspace</cp:lastModifiedBy>
  <cp:revision>1</cp:revision>
  <dcterms:created xsi:type="dcterms:W3CDTF">2026-06-17T07:06:52Z</dcterms:created>
  <dcterms:modified xsi:type="dcterms:W3CDTF">2026-06-17T07:06:52Z</dcterms:modified>
</cp:coreProperties>
</file>