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6F97"/>
                </a:solidFill>
              </a:rPr>
              <a:t>浪潮数字企业 · 中文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</a:rPr>
              <a:t>海岳大模型：驱动企业智能化转型的核心引擎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90779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D5B6C"/>
                </a:solidFill>
              </a:rPr>
              <a:t>浪潮数字企业 AI 赋能方案汇报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580644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5B6C"/>
                </a:solidFill>
              </a:rPr>
              <a:t>客户中层  |  企业咨询汇报  |  LC_ppt_skill-main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海岳大模型：驱动企业智能化转型的核心引擎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明确汇报主题，建立专业、科技的第一印象，定调企业级AI战略价值。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汇报人：浪潮数字企业专家团队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汇报对象：[客户公司名称] 管理层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日期：202X年X月X日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深蓝底色(#0D48CE)，左侧大标题(白字，微软雅黑)与副标题，右侧使用浪潮科技风格的抽象数据流或AI芯片发光线条背景(亮蓝#1D78FA与青绿#00A0A0交织)，底部放置浪潮数字企业Logo。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汇报目录 CONTENTS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清晰展示汇报逻辑与核心模块，引导受众预期，建立结构化认知。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01 时代背景：企业智能化的挑战与机遇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02 核心引擎：海岳大模型的能力与架构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03 场景赋能：核心业务领域的AI落地实践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04 实施路径：稳健可靠的交付与服务保障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白底，左侧纵向排列四个带数字编号（01-04，Arial字体，亮蓝#1D78FA）的目录项，使用青绿#00A0A0图标点缀，右侧配以简约的商务科技插图，整体清爽、信息密度适中。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企业智能化转型的痛点与破局之道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引发共鸣，指出当前企业在数据利用和业务提效上的痛点，论证引入专属大模型的必要性。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数据孤岛：海量业务数据沉淀，缺乏深度挖掘与智能决策支持。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自动化瓶颈：传统RPA受限规则，复杂认知型工作仍高度依赖人工。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模型水土不服：公有云大模型缺乏私有知识，存在数据安全与行业幻觉风险。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破局之道：亟需懂行业、懂企业、安全可控的专属企业级大模型。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左右图文排版，白底。左侧使用三个指标卡展示痛点(带少量橙色警示)，右侧用阶梯图展示从‘传统信息化’到‘AI智能化’的演进路径(亮蓝到青绿渐变)。标题微软雅黑，正文精简。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海岳大模型：懂行业、懂企业的专属AI底座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介绍海岳大模型的核心定位、技术架构及相较于通用大模型的核心优势，建立技术信任。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双引擎架构：融合通用大模型基础能力与浪潮行业/企业管理知识图谱。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企业级安全：支持私有化部署，数据不出域，提供细粒度权限管控与审计。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高精准低幻觉：结合RAG（检索增强）与Agent技术，确保输出契合业务逻辑。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敏捷开发微调：提供低代码Prompt工程，业务人员可轻松构建专属AI应用。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白底，居中展示海岳大模型的四层架构图（算力层、模型层、Agent层、应用层），使用深蓝#0D48CE与青绿#00A0A0色块区分层级，四周用引线标注核心优势。英文和数字使用Arial字体。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核心业务场景的AI深度赋能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展示大模型在客户最关心的核心业务中的具体应用与量化价值，证明业务落地能力。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智能财务 (ChatBI)：自然语言对话生成分析报表，实现从‘人找数据’到‘数据找人’。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智慧供应链：预测市场需求波动，智能优化库存水位，自动生成采购建议与预警。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智能HR与知识：打造专属AI助手，秒级解答制度疑问，自动提取简历亮点与评估。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研发与制造：解析历史工单与设备日志，智能生成设备维保方案与工艺优化建议。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白底，四列能力卡片布局。每张卡片顶部为场景Icon，下方为场景名称与核心功能描述，底部用亮蓝#1D78FA突出预期收益数据。卡片带轻微阴影，体现企业科技感。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标杆案例：某大型制造企业的智能化跃升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通过真实案例和硬核数据证明海岳大模型的实际业务ROI，增强说服力与代入感。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业务痛点：财务月结耗时长、供应链响应慢、内部知识检索效率低。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解决方案：私有化部署海岳大模型，接入ERP/OA，上线财务与供应链Agent。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财务提效：月结报告生成时间大幅缩短70%。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供应链优化：缺货率降低15%，IT/HR日常咨询自动解决率达85%。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白底，左侧展示客户业务场景的系统界面Mockup，右侧使用三个醒目的数据指标卡（70%、15%、85%，Arial字体，青绿#00A0A0大字号）展示收益，底部放置客户评价引言（深灰字，斜体）。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稳健可靠的交付与服务保障体系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打消客户对AI落地难度和风险的顾虑，展示浪潮专业的实施方法论与兜底能力。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敏捷交付：采用‘咨询规划-小步快跑-场景验证-全面推广’四步走策略。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数据治理：提供专业数据清洗与知识图谱构建，为大模型注入高质量‘燃料’。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持续运营：涵盖模型微调、Prompt库更新及效果评估，确保模型越用越聪明。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原厂保障：资深业务顾问+AI算法工程师联合驻场，提供7x24小时技术兜底。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白底，横向流程图展示四步走实施路径，每个节点下方配以对应的服务交付物图标。底部用一条贯穿的亮蓝#1D78FA箭头强调‘全生命周期运营’。排版紧凑，逻辑清晰。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携手浪潮，共创企业智能化新未来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总结核心价值，明确下一步行动计划与资源诉求，呼吁行动，完美收束。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核心价值：重塑业务流程，提升核心竞争力，打造企业级AI战略资产。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下一步建议：启动2周‘AI场景共创工作坊’，梳理高价值试点并输出POC方案。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资源诉求：需业务骨干与IT接口人深度参与，保障数据开放与业务逻辑输入。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期待交流：感谢聆听，期待与您深入探讨！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深蓝底色(#0D48CE)，居中大字号展示核心愿景(白字)。下方使用三个并列的半透明白色文本框展示‘下一步建议’与‘资源诉求’。底部居中放置感谢语及汇报人联系方式(Arial字体)。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浪潮数字企业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海岳大模型：驱动企业智能化转型的核心引擎</dc:title>
  <dc:subject>海岳大模型</dc:subject>
  <dc:creator>PPT Skill Workspace</dc:creator>
  <cp:lastModifiedBy>PPT Skill Workspace</cp:lastModifiedBy>
  <cp:revision>1</cp:revision>
  <dcterms:created xsi:type="dcterms:W3CDTF">2026-06-17T09:47:52Z</dcterms:created>
  <dcterms:modified xsi:type="dcterms:W3CDTF">2026-06-17T09:47:52Z</dcterms:modified>
</cp:coreProperties>
</file>