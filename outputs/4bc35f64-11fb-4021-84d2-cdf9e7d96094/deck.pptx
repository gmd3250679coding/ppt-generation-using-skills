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F97"/>
                </a:solidFill>
              </a:rPr>
              <a:t>测试公司 · 中文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完整 Job Mock 联调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90779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5B6C"/>
                </a:solidFill>
              </a:rPr>
              <a:t>OpenAI 兼容接口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5B6C"/>
                </a:solidFill>
              </a:rPr>
              <a:t>项目团队  |  企业咨询汇报  |  architecture-readme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Mock 第 1 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端到端验证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后端成功调用模型接口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Job 状态继续推进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渲染文件可生成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商务汇报版式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Mock 第 2 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端到端验证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后端成功调用模型接口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Job 状态继续推进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渲染文件可生成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商务汇报版式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Mock 第 3 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端到端验证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后端成功调用模型接口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Job 状态继续推进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渲染文件可生成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商务汇报版式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Mock 第 4 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端到端验证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后端成功调用模型接口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Job 状态继续推进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渲染文件可生成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商务汇报版式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测试公司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完整 Job Mock 联调</dc:title>
  <dc:subject>完整后端联调</dc:subject>
  <dc:creator>PPT Skill Workspace</dc:creator>
  <cp:lastModifiedBy>PPT Skill Workspace</cp:lastModifiedBy>
  <cp:revision>1</cp:revision>
  <dcterms:created xsi:type="dcterms:W3CDTF">2026-06-17T06:46:42Z</dcterms:created>
  <dcterms:modified xsi:type="dcterms:W3CDTF">2026-06-17T06:46:42Z</dcterms:modified>
</cp:coreProperties>
</file>