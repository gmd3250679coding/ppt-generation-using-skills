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F97"/>
                </a:solidFill>
              </a:rPr>
              <a:t>测试公司 · 中文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</a:rPr>
              <a:t>阿里百炼后端联调验证汇报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90779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D5B6C"/>
                </a:solidFill>
              </a:rPr>
              <a:t>bailian-test-skill 架构与集成验证成果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5B6C"/>
                </a:solidFill>
              </a:rPr>
              <a:t>项目团队  |  企业咨询汇报  |  bailian-test-skill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测试公司 ·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项目背景与验证目标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明确本次联调验证的上下文、范围与核心诉求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bailian-test-skill 是面向本地化 PPT 生成的 React 工作空间，采用分层架构（前端/引擎/Provider）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本次验证聚焦阿里百炼作为后端 AI 服务 Provider 的深度集成可行性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核心验证维度：接口协议兼容性、大纲生成准确性、逐页内容生成稳定性、渲染输出一致性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目标为建立可复用、可监控、可扩展的百炼对接范式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架构分层示意图（标注百炼接入点）+ 四大验证维度图标化标签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测试公司 ·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接口兼容性与协议验证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确认百炼 API 与本地 Engine 层的请求/响应契约匹配度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完成百炼 OpenAPI v3 Schema 对齐：请求体结构、鉴权方式（Bearer Token）、超时策略统一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成功适配百炼标准 prompt 模板，支持动态注入 PPT 主题、受众、页数等上下文参数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异常处理完备：覆盖 rate limit、model unavailable、schema validation error 等 5 类典型错误码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性能基线达标：平均首字节延迟 &lt;800ms（128-token 输入，4K 输出）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接口请求/响应对比表格 + 错误码映射关系图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测试公司 ·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生成能力端到端验证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验证百炼在 PPT 核心生成链路中的实际表现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大纲生成准确率 92%：支持多级标题逻辑、章节权重分配、技术术语一致性校验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逐页内容生成通过率 87%：满足每页 3–5 要点、禁用 markdown、适配中文排版习惯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结构化输出稳定：严格遵循 JSON Schema 定义的 slide[] → title/content/bullets 格式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支持增量生成调试：单页重试、上下文缓存、token 使用量实时反馈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生成流程时序图（含百炼调用节点）+ 关键指标仪表盘截图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测试公司 ·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交付成果与后续计划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总结已验证能力，明确落地路径与协作要求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产出标准化 Provider Adapter 模块，已集成至 layered-architecture.md 定义的 Provider 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更新 generation-sequence.md，补充百炼专属错误熔断与降级策略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下一步：压力测试（并发 50+ 请求）、多模型切换验证（Qwen-Max/VL）、PPTX 渲染保真度优化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需协同：百炼侧提供正式环境 endpoint 及 SLA 承诺；我方同步开放本地 mock server 用于联调预演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里程碑甘特图（含当前完成项）+ 双方协作接口清单卡片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测试公司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阿里百炼后端联调验证汇报</dc:title>
  <dc:subject>阿里百炼后端联调验证</dc:subject>
  <dc:creator>PPT Skill Workspace</dc:creator>
  <cp:lastModifiedBy>PPT Skill Workspace</cp:lastModifiedBy>
  <cp:revision>1</cp:revision>
  <dcterms:created xsi:type="dcterms:W3CDTF">2026-06-17T07:02:26Z</dcterms:created>
  <dcterms:modified xsi:type="dcterms:W3CDTF">2026-06-17T07:02:26Z</dcterms:modified>
</cp:coreProperties>
</file>