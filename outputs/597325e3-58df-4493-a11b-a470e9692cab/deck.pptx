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浪潮数字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浪潮海岳大模型：企业智能化升级的核心引擎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面向客户中层的AI能力价值汇报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客户中层  |  企业咨询汇报  |  LC_ppt_skill-main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封面：智启新程，岳立潮头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建立专业第一印象，明确汇报主体与价值主张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浪潮数字 · 海岳大模型客户价值汇报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面向企业中层管理者的AI决策支持方案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2024年Q3版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深蓝底（#0D48CE），居中排版；主标题微软雅黑加粗44pt，副标28pt；右下角嵌入浪潮LOGO与‘Inspur Digital’英文标识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目录：四步构建AI认知闭环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清晰传递汇报逻辑，降低理解门槛，锚定听众预期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01 现状之困：数字化转型中的AI落地断点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02 海岳之能：企业级大模型的核心能力图谱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03 落地之径：从通用能力到业务场景的转化方法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04 共赢之策：联合推进、分阶段见效的合作模式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白底，左侧竖向蓝色导航条（#1D78FA），右侧四行编号目录（01/02/03/04），每项含图标+短句；字体统一微软雅黑24pt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现状之困：为什么AI项目常陷‘高投入、低见效’？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引发共鸣，确立问题共识，为方案引入提供必要性支撑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业务部门提需求，但缺乏AI可解问题的精准识别机制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IT部门建平台，却难对接真实业务流程与数据孤岛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采购模型服务后，面临提示工程弱、微调成本高、安全合规难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管理层期待‘速赢’，但缺乏可衡量的中期价值锚点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左右图文布局：左文（微软雅黑20pt），右图使用简洁线性icon组合（如断链、孤岛、锁、时钟），统一青绿（#00A0A0）强调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海岳之能：不止于大模型，更是企业AI操作系统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系统化呈现核心优势，突出‘企业级’与‘可运营’特性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全栈自研：从算力底座、模型训练到行业应用全链路可控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领域增强：预置政务、金融、制造等12类行业知识图谱与语料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安全可信：通过等保三级、商用密码认证，支持私有化部署与数据不出域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开箱即用：提供Prompt Studio、Fine-tuning Portal、RAG工作台三大低代码工具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四列能力卡布局（每列含图标+标题+1行说明），主色深蓝（#0D48CE）为卡底，亮蓝（#1D78FA）为图标色；文字微软雅黑18pt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落地之径：三阶演进，让AI价值可测、可见、可复制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破除‘AI=黑盒’误解，提供清晰、渐进、低风险的实施路径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L1 智能提效：文档自动摘要、会议纪要生成、知识库问答（2周上线）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L2 流程增强：合同智能审查、工单自动分派、BI自然语言查询（6周交付）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L3 场景重构：预测性设备运维、供应链风险模拟、个性化客户洞察（按需定制）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横向三阶段流程图（箭头连接），每阶段配齿轮/闪电/大脑图标；背景为浅灰渐变，关键数字用亮蓝（#1D78FA）高亮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实践印证：已在XX省政务云、YY集团制造中枢稳定运行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用真实客户背书增强可信度，聚焦中层关注的效率、成本、风控指标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政务场景：政策文件解读效率提升300%，基层填报耗时下降65%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制造场景：设备故障预警准确率达92.7%，非计划停机减少22%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共性成果：平均缩短AI应用开发周期至传统方式的1/5，IT运维人力节省40%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双案例左右分栏，每栏含客户LOGO（灰色处理）、场景图标、3项效果数据（数值用亮蓝#1D78FA，单位用微软雅黑16pt）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共赢之策：轻启动、快验证、稳扩展的合作框架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降低客户决策门槛，明确我方支持与客户协同要点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联合成立‘AI价值实现小组’：客户业务骨干+浪潮解决方案专家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首期聚焦1个高价值、易见效的L1场景，2周内完成POC验证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提供《海岳AI就绪度评估》工具包，量化当前基础与改进路径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阶梯式服务包：含模型调优、场景迁移、持续运营三类可选模块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三环嵌套图示（外环客户、中环浪潮、内环成果），环间标注双向箭头；文字微软雅黑20pt，关键词加粗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总结：让AI真正成为您的管理杠杆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强化核心价值主张，收束于行动号召，预留Q&amp;A接口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海岳不是技术炫技，而是为企业中层设计的‘决策增强引擎’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从‘能用’到‘好用’再到‘爱用’，我们提供全周期护航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下一步建议：本周内开展1次免费《AI就绪度快评》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Q&amp;A：您最希望AI优先解决的3个管理难题是？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深蓝底（#0D48CE），居中白色文字；主标题微软雅黑32pt加粗，四条bullet为微软雅黑22pt；底部留白区预设‘浪潮数字｜海岳大模型’标准署名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浪潮数字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浪潮海岳大模型：企业智能化升级的核心引擎</dc:title>
  <dc:subject>浪潮海岳大模型</dc:subject>
  <dc:creator>PPT Skill Workspace</dc:creator>
  <cp:lastModifiedBy>PPT Skill Workspace</cp:lastModifiedBy>
  <cp:revision>1</cp:revision>
  <dcterms:created xsi:type="dcterms:W3CDTF">2026-06-17T09:12:53Z</dcterms:created>
  <dcterms:modified xsi:type="dcterms:W3CDTF">2026-06-17T09:12:53Z</dcterms:modified>
</cp:coreProperties>
</file>