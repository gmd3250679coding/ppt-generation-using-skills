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测试公司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前后端对接验证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测试公司 · 内部同事 · 中文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内部同事  |  企业汇报  |  smoke-skill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1. 背景与目标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说明业务背景、项目目标和本次汇报希望达成的共识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围绕“前后端对接验证”建立清晰的汇报主线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smoke-skill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吸收补充材料中的重点信息：验证接口链路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2. 现状洞察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提炼当前挑战、关键数据和机会窗口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围绕“前后端对接验证”建立清晰的汇报主线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smoke-skill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吸收补充材料中的重点信息：验证接口链路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3. 核心方案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展开解决方案架构、关键举措与能力支撑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围绕“前后端对接验证”建立清晰的汇报主线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smoke-skill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吸收补充材料中的重点信息：验证接口链路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测试公司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4. 价值收益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说明对客户、业务、组织和效率的可量化价值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围绕“前后端对接验证”建立清晰的汇报主线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结合测试公司场景，突出与受众相关的关键判断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遵循 smoke-skill 的版式、语气和品牌约束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吸收补充材料中的重点信息：验证接口链路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企业汇报风格，使用清晰标题、重点数字和结构化图示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测试公司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前后端对接验证</dc:title>
  <dc:subject>前后端对接验证</dc:subject>
  <dc:creator>PPT Skill Workspace</dc:creator>
  <cp:lastModifiedBy>PPT Skill Workspace</cp:lastModifiedBy>
  <cp:revision>1</cp:revision>
  <dcterms:created xsi:type="dcterms:W3CDTF">2026-06-17T03:17:49Z</dcterms:created>
  <dcterms:modified xsi:type="dcterms:W3CDTF">2026-06-17T03:17:49Z</dcterms:modified>
</cp:coreProperties>
</file>