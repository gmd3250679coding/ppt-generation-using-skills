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浪潮海岳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讲述海岳大模型智能体平台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浪潮海岳 · 客户中层 · 中文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2.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4.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5. 落地路径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规划实施阶段、里程碑、责任分工和风险控制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6. 总结与行动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收束核心观点，明确下一步动作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7.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8.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9.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10.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11. 落地路径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规划实施阶段、里程碑、责任分工和风险控制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浪潮海岳 ·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12. 总结与行动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收束核心观点，明确下一步动作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围绕“讲述海岳大模型智能体平台”建立清晰的汇报主线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结合浪潮海岳场景，突出与受众相关的关键判断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LC_ppt_skill-main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预留数据、案例和客户证据的位置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浪潮海岳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讲述海岳大模型智能体平台</dc:title>
  <dc:subject>讲述海岳大模型智能体平台</dc:subject>
  <dc:creator>PPT Skill Workspace</dc:creator>
  <cp:lastModifiedBy>PPT Skill Workspace</cp:lastModifiedBy>
  <cp:revision>1</cp:revision>
  <dcterms:created xsi:type="dcterms:W3CDTF">2026-06-17T03:01:33Z</dcterms:created>
  <dcterms:modified xsi:type="dcterms:W3CDTF">2026-06-17T03:01:33Z</dcterms:modified>
</cp:coreProperties>
</file>