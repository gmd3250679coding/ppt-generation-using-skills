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测试公司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后端联调验证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测试公司 · 项目团队 · 中文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项目团队  |  企业咨询汇报  |  architecture-readme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围绕“后端联调验证”建立清晰的汇报主线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architecture-readme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 Skill 解析、Job 状态、HTML 与 PPTX 输出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2.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围绕“后端联调验证”建立清晰的汇报主线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architecture-readme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 Skill 解析、Job 状态、HTML 与 PPTX 输出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3. 核心方案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展开解决方案架构、关键举措与能力支撑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围绕“后端联调验证”建立清晰的汇报主线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architecture-readme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 Skill 解析、Job 状态、HTML 与 PPTX 输出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4. 价值收益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说明对客户、业务、组织和效率的可量化价值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围绕“后端联调验证”建立清晰的汇报主线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architecture-readme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 Skill 解析、Job 状态、HTML 与 PPTX 输出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企业咨询汇报风格，使用清晰标题、重点数字和结构化图示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测试公司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后端联调验证</dc:title>
  <dc:subject>后端联调验证</dc:subject>
  <dc:creator>PPT Skill Workspace</dc:creator>
  <cp:lastModifiedBy>PPT Skill Workspace</cp:lastModifiedBy>
  <cp:revision>1</cp:revision>
  <dcterms:created xsi:type="dcterms:W3CDTF">2026-06-12T07:01:54Z</dcterms:created>
  <dcterms:modified xsi:type="dcterms:W3CDTF">2026-06-12T07:01:54Z</dcterms:modified>
</cp:coreProperties>
</file>