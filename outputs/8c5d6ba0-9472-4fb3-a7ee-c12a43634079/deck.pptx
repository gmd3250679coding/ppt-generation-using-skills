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浪潮数字企业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浪潮海岳大模型智能体平台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浪潮数字企业 · 客户中层 · 中文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客户中层  |  企业咨询汇报  |  LC_ppt_skill-main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1. 背景与目标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说明业务背景、项目目标和本次汇报希望达成的共识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围绕“浪潮海岳大模型智能体平台”建立清晰的汇报主线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结合浪潮数字企业场景，突出与受众相关的关键判断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2. 现状洞察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提炼当前挑战、关键数据和机会窗口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围绕“浪潮海岳大模型智能体平台”建立清晰的汇报主线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结合浪潮数字企业场景，突出与受众相关的关键判断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3. 核心方案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展开解决方案架构、关键举措与能力支撑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围绕“浪潮海岳大模型智能体平台”建立清晰的汇报主线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结合浪潮数字企业场景，突出与受众相关的关键判断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4. 价值收益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说明对客户、业务、组织和效率的可量化价值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围绕“浪潮海岳大模型智能体平台”建立清晰的汇报主线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结合浪潮数字企业场景，突出与受众相关的关键判断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5. 落地路径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规划实施阶段、里程碑、责任分工和风险控制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围绕“浪潮海岳大模型智能体平台”建立清晰的汇报主线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结合浪潮数字企业场景，突出与受众相关的关键判断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6. 总结与行动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收束核心观点，明确下一步动作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围绕“浪潮海岳大模型智能体平台”建立清晰的汇报主线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结合浪潮数字企业场景，突出与受众相关的关键判断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7. 背景与目标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说明业务背景、项目目标和本次汇报希望达成的共识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围绕“浪潮海岳大模型智能体平台”建立清晰的汇报主线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结合浪潮数字企业场景，突出与受众相关的关键判断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8. 现状洞察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提炼当前挑战、关键数据和机会窗口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围绕“浪潮海岳大模型智能体平台”建立清晰的汇报主线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结合浪潮数字企业场景，突出与受众相关的关键判断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浪潮数字企业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浪潮海岳大模型智能体平台</dc:title>
  <dc:subject>浪潮海岳大模型智能体平台</dc:subject>
  <dc:creator>PPT Skill Workspace</dc:creator>
  <cp:lastModifiedBy>PPT Skill Workspace</cp:lastModifiedBy>
  <cp:revision>1</cp:revision>
  <dcterms:created xsi:type="dcterms:W3CDTF">2026-06-17T03:29:41Z</dcterms:created>
  <dcterms:modified xsi:type="dcterms:W3CDTF">2026-06-17T03:29:41Z</dcterms:modified>
</cp:coreProperties>
</file>