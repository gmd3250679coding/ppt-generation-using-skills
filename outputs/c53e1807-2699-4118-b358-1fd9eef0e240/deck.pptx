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浪潮数字企业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浪潮海岳大模型：企业级AI智能底座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面向客户中层管理者的技术价值汇报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封面页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建立专业第一印象，明确汇报主体与受众定位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浪潮数字企业 · 海岳大模型专题汇报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面向客户中层管理者的AI能力解读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2024年Q3技术价值沟通版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浪潮数字企业 AI产品部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副标：可信赖、可落地、可演进的企业大模型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深蓝渐变底（#0D48CE→#0E48CE），居中白色无衬线大标题+浅灰副标；右下角嵌入浪潮LOGO与‘Inspur Digital’英文标识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目录页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清晰锚定汇报逻辑，引导客户中层快速把握信息脉络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01 现状之困：企业AI应用的典型瓶颈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02 海岳之解：为什么是‘企业级’大模型？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03 架构之实：三层可信技术体系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04 场景之用：开箱即用的行业智能组件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05 落地之效：已在3类客户验证的业务增益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白底，左侧竖排蓝色编号栏（01–07，#1D78FA），右侧对应7行精炼条目；编号栏顶部加细线分隔，整体采用微软雅黑常规字重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现状之困：企业AI应用的典型瓶颈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引发共鸣，确立客户中层真实关切的共性问题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模型‘黑盒’难解释：业务决策缺乏可追溯依据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私有数据不敢喂：安全合规与知识资产保护存疑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场景适配成本高：每上线一个应用需重复调优与标注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IT系统难打通：AI能力无法嵌入ERP/OA/BI等主干流程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运维不可控：缺乏模型监控、版本回滚与权限分级机制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深蓝底（#0D48CE），白色文字；每条痛点前加橙色感叹号图标（#FF6B35，仅作强调，非主色）；避免图表，纯文本左对齐，行距1.5倍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海岳之解：为什么是‘企业级’大模型？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定义差异化价值，突出‘企业级’而非通用大模型的本质差异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原生支持私有化部署与信创环境（麒麟V10/统信UOS+鲲鹏/海光）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内置企业知识治理引擎：自动构建、更新、审计领域知识图谱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提供模型可解释性套件（XAI Toolkit）：关键推理路径可视化回溯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预置20+行业Prompt模板库与微调沙箱，降低业务人员使用门槛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通过等保三级+金融级数据脱敏认证，满足央企及大型国企合规要求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白底；五项能力采用三列布局（第1、2项左列，3、4项中列，第5项右列），每项前缀蓝色圆点（#1D78FA）；标题区加青绿横线（#00A0A0）装饰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架构之实：三层可信技术体系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用结构化表达建立技术信任感，体现工程化落地能力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基础层：全栈信创适配（芯片/OS/数据库/中间件）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能力层：多模态理解+知识增强生成+可控推理+安全防护四引擎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服务层：API网关+模型即服务（MaaS）平台+统一权限中心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所有层级通过浪潮云海OS统一纳管与可观测性监控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支持与客户现有AI开发平台（如ModelArts、飞桨EE）混合调度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左右图文布局：左60%为三层垂直架构示意图（深蓝框+亮蓝箭头+青绿节点图标），右40%为对应5条说明；架构图无文字标注，说明文字用微软雅黑14号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落地之效：已在3类客户验证的业务增益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用轻量化案例增强说服力，聚焦中层管理者关心的ROI与效率指标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某省属能源集团：设备巡检报告生成效率提升300%，人工复核耗时下降65%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某全国性城商行：信贷尽调材料初筛准确率达92.7%，单笔处理时效缩短至4.2分钟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某制造业龙头：PLM系统智能问答响应准确率94.1%，工程师平均问题解决周期压缩40%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共性成果：AI应用上线周期从3个月缩短至14天内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全部案例均基于客户私有数据训练，未使用任何互联网公开语料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白底；采用四列能力卡式布局（前3条各占一列，后2条合并为第四列），每列顶部加小型行业ICON（能源/金融/制造/时钟/锁）；数据用亮蓝色（#1D78FA）突出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下一步：共建专属AI能力中心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推动行动转化，明确后续合作路径与客户可预期资源投入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阶段一（1个月内）：联合开展AI就绪度评估与高价值场景识别工作坊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阶段二（2–3个月）：基于海岳基座，定制化构建1–2个业务智能体（Agent）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阶段三（持续）：接入客户知识库，启动模型持续学习与效果迭代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浪潮提供：专属客户成功经理+AI工程专家驻场支持+季度效果复盘机制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贵方建议：指定业务+IT双牵头人，开放1–2个典型业务系统测试接口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深蓝底（#0D48CE）；五条计划采用时间轴式左对齐排布，每条前缀白色数字徽章（01/02/03…）；末尾‘浪潮提供’与‘贵方建议’用青绿（#00A0A0）小标题区分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浪潮数字企业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浪潮海岳大模型：企业级AI智能底座</dc:title>
  <dc:subject>介绍浪潮海岳大模型</dc:subject>
  <dc:creator>PPT Skill Workspace</dc:creator>
  <cp:lastModifiedBy>PPT Skill Workspace</cp:lastModifiedBy>
  <cp:revision>1</cp:revision>
  <dcterms:created xsi:type="dcterms:W3CDTF">2026-06-17T09:14:53Z</dcterms:created>
  <dcterms:modified xsi:type="dcterms:W3CDTF">2026-06-17T09:14:53Z</dcterms:modified>
</cp:coreProperties>
</file>