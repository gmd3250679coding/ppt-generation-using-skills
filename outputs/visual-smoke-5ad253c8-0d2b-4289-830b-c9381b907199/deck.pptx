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16352" cy="6858000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16352" y="0"/>
            <a:ext cx="146304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1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0" y="960120"/>
            <a:ext cx="6355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后端视觉生成能力升级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511296" y="2542032"/>
            <a:ext cx="6144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 · 产品与技术负责人 · 中文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11296" y="3246120"/>
            <a:ext cx="5303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面向产品与技术负责人，以专业、清晰、有说服力的表达完成6页科技咨询汇报演示稿。</a:t>
            </a:r>
            <a:endParaRPr lang="en-US" sz="1050" dirty="0"/>
          </a:p>
        </p:txBody>
      </p:sp>
      <p:pic>
        <p:nvPicPr>
          <p:cNvPr id="8" name="Image 0" descr="后端视觉生成能力升级 封面视觉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360" y="749808"/>
            <a:ext cx="4041648" cy="44988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11296" y="5230368"/>
            <a:ext cx="1987296" cy="841248"/>
          </a:xfrm>
          <a:prstGeom prst="rect">
            <a:avLst>
              <a:gd name="adj" fmla="val 8696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75888" y="5413248"/>
            <a:ext cx="165811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694176" y="5751942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页面数量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3694176" y="5894954"/>
            <a:ext cx="162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5626608" y="5230368"/>
            <a:ext cx="1987296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91200" y="5413248"/>
            <a:ext cx="165811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809488" y="5751942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视觉系统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5809488" y="5894954"/>
            <a:ext cx="162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科技咨询汇报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741920" y="5230368"/>
            <a:ext cx="1987296" cy="841248"/>
          </a:xfrm>
          <a:prstGeom prst="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906512" y="5413248"/>
            <a:ext cx="1658112" cy="3533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924800" y="5751942"/>
            <a:ext cx="162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布局类型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7924800" y="5894954"/>
            <a:ext cx="1621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548640" y="6089904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>
                    <a:alpha val="8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产品与技术负责人  |  科技咨询汇报  |  专业、清晰、有说服力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 · 01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背景与目标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说明业务背景、项目目标和本次汇报希望达成的共识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73152" cy="12984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682496"/>
            <a:ext cx="50017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背景与目标需要服务于“后端视觉生成能力升级”的核心判断，并转化为可行动建议。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8952" y="3200400"/>
            <a:ext cx="48920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围绕“后端视觉生成能力升级”建立清晰的汇报主线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结合示例公司场景，突出与受众相关的关键判断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visual-smoke-skill 的版式、语气和品牌约束</a:t>
            </a:r>
            <a:endParaRPr lang="en-US" sz="1250" dirty="0"/>
          </a:p>
          <a:p>
            <a:pPr>
              <a:spcAft>
                <a:spcPts val="700"/>
              </a:spcAft>
            </a:pPr>
            <a:r>
              <a:rPr lang="en-US" sz="12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吸收补充材料中的重点信息：需要展示配色、排版、图片、流程和指标卡能力。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4882896"/>
            <a:ext cx="2519172" cy="1078992"/>
          </a:xfrm>
          <a:prstGeom prst="rect">
            <a:avLst>
              <a:gd name="adj" fmla="val 6780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5065776"/>
            <a:ext cx="2189988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5551871"/>
            <a:ext cx="21534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内容模块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77240" y="5735300"/>
            <a:ext cx="2153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3241548" y="4882896"/>
            <a:ext cx="2519172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06140" y="5065776"/>
            <a:ext cx="2189988" cy="4531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24428" y="5551871"/>
            <a:ext cx="21534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页面角色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424428" y="5735300"/>
            <a:ext cx="21534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720" dirty="0"/>
          </a:p>
        </p:txBody>
      </p:sp>
      <p:pic>
        <p:nvPicPr>
          <p:cNvPr id="18" name="Image 0" descr="背景与目标视觉插画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80760" y="1618488"/>
            <a:ext cx="5440680" cy="43159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科技咨询汇报风格，使用清晰标题、重点数字、卡片和结构化图示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 · 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现状洞察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提炼当前挑战、关键数据和机会窗口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193792" cy="4526280"/>
          </a:xfrm>
          <a:prstGeom prst="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883664"/>
            <a:ext cx="73152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901952"/>
            <a:ext cx="44531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现状洞察需要服务于“后端视觉生成能力升级”的核心判断，并转化为可行动建议。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33272" y="2871216"/>
            <a:ext cx="4370832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围绕“后端视觉生成能力升级”建立清晰的汇报主线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结合示例公司场景，突出与受众相关的关键判断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visual-smoke-skill 的版式、语气和品牌约束</a:t>
            </a:r>
            <a:endParaRPr lang="en-US" sz="1320" dirty="0"/>
          </a:p>
          <a:p>
            <a:pPr>
              <a:spcAft>
                <a:spcPts val="700"/>
              </a:spcAft>
            </a:pPr>
            <a:r>
              <a:rPr lang="en-US" sz="132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吸收补充材料中的重点信息：需要展示配色、排版、图片、流程和指标卡能力。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941832" y="5157216"/>
            <a:ext cx="2176272" cy="731520"/>
          </a:xfrm>
          <a:prstGeom prst="rect">
            <a:avLst>
              <a:gd name="adj" fmla="val 10000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06424" y="5340096"/>
            <a:ext cx="184708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24712" y="561075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内容模块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1124712" y="573511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246120" y="5157216"/>
            <a:ext cx="2176272" cy="7315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10712" y="5340096"/>
            <a:ext cx="1847088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561075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页面角色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3429000" y="5735117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720" dirty="0"/>
          </a:p>
        </p:txBody>
      </p:sp>
      <p:pic>
        <p:nvPicPr>
          <p:cNvPr id="19" name="Image 0" descr="现状洞察视觉插画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53328" y="1572768"/>
            <a:ext cx="5541264" cy="2395728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053328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81344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81344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围绕后端视觉生成能力升级建立清晰的汇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7338060" y="5148072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66076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594092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594092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8750808" y="5148072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878824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006840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9006840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10163556" y="5148072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291572" y="4407408"/>
            <a:ext cx="1303020" cy="1481328"/>
          </a:xfrm>
          <a:prstGeom prst="rect">
            <a:avLst>
              <a:gd name="adj" fmla="val 561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0419588" y="45537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419588" y="4901184"/>
            <a:ext cx="10469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</a:t>
            </a:r>
            <a:endParaRPr lang="en-US" sz="1220" dirty="0"/>
          </a:p>
        </p:txBody>
      </p:sp>
      <p:sp>
        <p:nvSpPr>
          <p:cNvPr id="35" name="Text 32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科技咨询汇报风格，使用清晰标题、重点数字、卡片和结构化图示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 · 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核心方案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展开解决方案架构、关键举措与能力支撑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5413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核心方案需要服务于“后端视觉生成能力升级”的核心判断，并转化为可行动建议。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95528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44168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围绕“后端视觉生成能力升级”建立清晰的汇报主线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344168" y="3447288"/>
            <a:ext cx="4311396" cy="0"/>
          </a:xfrm>
          <a:prstGeom prst="line">
            <a:avLst/>
          </a:prstGeom>
          <a:noFill/>
          <a:ln w="13970">
            <a:solidFill>
              <a:srgbClr val="F97316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9068" y="2487168"/>
            <a:ext cx="5335524" cy="1298448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0236" y="26700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5E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08876" y="2688336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结合示例公司场景，突出与受众相关的关键判断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7008876" y="3447288"/>
            <a:ext cx="4311396" cy="0"/>
          </a:xfrm>
          <a:prstGeom prst="line">
            <a:avLst/>
          </a:prstGeom>
          <a:noFill/>
          <a:ln w="13970">
            <a:solidFill>
              <a:srgbClr val="4F46E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4005072"/>
            <a:ext cx="5335524" cy="1298448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" y="4187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5E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44168" y="4206240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visual-smoke-skill 的版式、语气和品牌约束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344168" y="4965192"/>
            <a:ext cx="4311396" cy="0"/>
          </a:xfrm>
          <a:prstGeom prst="line">
            <a:avLst/>
          </a:prstGeom>
          <a:noFill/>
          <a:ln w="13970">
            <a:solidFill>
              <a:srgbClr val="4F46E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9068" y="4005072"/>
            <a:ext cx="5335524" cy="1298448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60236" y="4187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5E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08876" y="4206240"/>
            <a:ext cx="43479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吸收补充材料中的重点信息：需要展示配色、排版、图片、流程和指标卡能力。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7008876" y="4965192"/>
            <a:ext cx="4311396" cy="0"/>
          </a:xfrm>
          <a:prstGeom prst="line">
            <a:avLst/>
          </a:prstGeom>
          <a:noFill/>
          <a:ln w="13970">
            <a:solidFill>
              <a:srgbClr val="4F46E5">
                <a:alpha val="80000"/>
              </a:srgbClr>
            </a:solidFill>
            <a:prstDash val="solid"/>
          </a:ln>
        </p:spPr>
      </p:sp>
      <p:pic>
        <p:nvPicPr>
          <p:cNvPr id="25" name="Image 0" descr="核心方案视觉插画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5320" y="1554480"/>
            <a:ext cx="3310128" cy="192024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8275320" y="3694176"/>
            <a:ext cx="1591056" cy="1828800"/>
          </a:xfrm>
          <a:prstGeom prst="rect">
            <a:avLst>
              <a:gd name="adj" fmla="val 4598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439912" y="3877056"/>
            <a:ext cx="1261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8458200" y="4828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内容模块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8458200" y="513892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30" name="Shape 27"/>
          <p:cNvSpPr/>
          <p:nvPr/>
        </p:nvSpPr>
        <p:spPr>
          <a:xfrm>
            <a:off x="9994392" y="3694176"/>
            <a:ext cx="1591056" cy="1828800"/>
          </a:xfrm>
          <a:prstGeom prst="rect">
            <a:avLst>
              <a:gd name="adj" fmla="val 4598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0158984" y="3877056"/>
            <a:ext cx="1261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10177272" y="4828032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页面角色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10177272" y="513892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科技咨询汇报风格，使用清晰标题、重点数字、卡片和结构化图示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 · 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价值收益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说明对客户、业务、组织和效率的可量化价值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591056"/>
            <a:ext cx="7333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价值收益需要服务于“后端视觉生成能力升级”的核心判断，并转化为可行动建议。</a:t>
            </a:r>
            <a:endParaRPr lang="en-US" sz="1500" dirty="0"/>
          </a:p>
        </p:txBody>
      </p:sp>
      <p:pic>
        <p:nvPicPr>
          <p:cNvPr id="9" name="Image 0" descr="价值收益视觉插画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0" y="1499616"/>
            <a:ext cx="2907792" cy="16276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94360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22376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22376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围绕后端视觉生成能力升级建立清晰的汇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2688336" y="3538728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16352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944368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944368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4910328" y="3538728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038344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166360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166360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132320" y="3538728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260336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388352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388352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9354312" y="3538728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482328" y="2871216"/>
            <a:ext cx="2112264" cy="1335024"/>
          </a:xfrm>
          <a:prstGeom prst="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610344" y="30175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9610344" y="3364992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围绕“后端视觉生成能力升级”建立清晰的汇报主线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685800" y="4736592"/>
            <a:ext cx="681228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围绕“后端视觉生成能力升级”建立清晰的汇报主线</a:t>
            </a:r>
            <a:endParaRPr lang="en-US" sz="1150" dirty="0"/>
          </a:p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结合示例公司场景，突出与受众相关的关键判断</a:t>
            </a:r>
            <a:endParaRPr lang="en-US" sz="1150" dirty="0"/>
          </a:p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visual-smoke-skill 的版式、语气和品牌约束</a:t>
            </a:r>
            <a:endParaRPr lang="en-US" sz="1150" dirty="0"/>
          </a:p>
          <a:p>
            <a:pPr>
              <a:spcAft>
                <a:spcPts val="700"/>
              </a:spcAft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吸收补充材料中的重点信息：需要展示配色、排版、图片、流程和指标卡能力。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406640" y="4645152"/>
            <a:ext cx="2029968" cy="1207008"/>
          </a:xfrm>
          <a:prstGeom prst="rect">
            <a:avLst>
              <a:gd name="adj" fmla="val 6061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571232" y="4828032"/>
            <a:ext cx="170078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7589520" y="5393497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内容模块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7589520" y="55986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9564624" y="4645152"/>
            <a:ext cx="2029968" cy="1207008"/>
          </a:xfrm>
          <a:prstGeom prst="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9729216" y="4828032"/>
            <a:ext cx="170078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36" name="Text 33"/>
          <p:cNvSpPr/>
          <p:nvPr/>
        </p:nvSpPr>
        <p:spPr>
          <a:xfrm>
            <a:off x="9747504" y="5393497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页面角色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9747504" y="559868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科技咨询汇报风格，使用清晰标题、重点数字、卡片和结构化图示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 · 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落地路径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规划实施阶段、里程碑、责任分工和风险控制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94360" y="1618488"/>
            <a:ext cx="5436108" cy="1207008"/>
          </a:xfrm>
          <a:prstGeom prst="rect">
            <a:avLst>
              <a:gd name="adj" fmla="val 6061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1801368"/>
            <a:ext cx="510692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366833"/>
            <a:ext cx="5070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内容模块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777240" y="2572024"/>
            <a:ext cx="50703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158484" y="1618488"/>
            <a:ext cx="5436108" cy="1207008"/>
          </a:xfrm>
          <a:prstGeom prst="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3076" y="1801368"/>
            <a:ext cx="5106924" cy="5069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41364" y="2366833"/>
            <a:ext cx="5070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页面角色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6341364" y="2572024"/>
            <a:ext cx="50703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94360" y="3145536"/>
            <a:ext cx="73152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3163824"/>
            <a:ext cx="4910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落地路径需要服务于“后端视觉生成能力升级”的核心判断，并转化为可行动建议。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31520" y="4224528"/>
            <a:ext cx="4864608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1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围绕“后端视觉生成能力升级”建立清晰的汇报主线</a:t>
            </a:r>
            <a:endParaRPr lang="en-US" sz="1180" dirty="0"/>
          </a:p>
          <a:p>
            <a:pPr>
              <a:spcAft>
                <a:spcPts val="700"/>
              </a:spcAft>
            </a:pPr>
            <a:r>
              <a:rPr lang="en-US" sz="11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结合示例公司场景，突出与受众相关的关键判断</a:t>
            </a:r>
            <a:endParaRPr lang="en-US" sz="1180" dirty="0"/>
          </a:p>
          <a:p>
            <a:pPr>
              <a:spcAft>
                <a:spcPts val="700"/>
              </a:spcAft>
            </a:pPr>
            <a:r>
              <a:rPr lang="en-US" sz="11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visual-smoke-skill 的版式、语气和品牌约束</a:t>
            </a:r>
            <a:endParaRPr lang="en-US" sz="1180" dirty="0"/>
          </a:p>
          <a:p>
            <a:pPr>
              <a:spcAft>
                <a:spcPts val="700"/>
              </a:spcAft>
            </a:pPr>
            <a:r>
              <a:rPr lang="en-US" sz="11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吸收补充材料中的重点信息：需要展示配色、排版、图片、流程和指标卡能力。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989320" y="3145536"/>
            <a:ext cx="1353312" cy="1289304"/>
          </a:xfrm>
          <a:prstGeom prst="rect">
            <a:avLst>
              <a:gd name="adj" fmla="val 5674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08776" y="3401568"/>
            <a:ext cx="914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围绕后端视觉生成能力升级建立清晰的汇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70648" y="3145536"/>
            <a:ext cx="1353312" cy="1289304"/>
          </a:xfrm>
          <a:prstGeom prst="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90104" y="3401568"/>
            <a:ext cx="914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89320" y="4562856"/>
            <a:ext cx="1353312" cy="1289304"/>
          </a:xfrm>
          <a:prstGeom prst="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08776" y="4818888"/>
            <a:ext cx="914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70648" y="4562856"/>
            <a:ext cx="1353312" cy="1289304"/>
          </a:xfrm>
          <a:prstGeom prst="rect">
            <a:avLst>
              <a:gd name="adj" fmla="val 5674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90104" y="4818888"/>
            <a:ext cx="914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</a:t>
            </a:r>
            <a:endParaRPr lang="en-US" sz="1300" dirty="0"/>
          </a:p>
        </p:txBody>
      </p:sp>
      <p:pic>
        <p:nvPicPr>
          <p:cNvPr id="26" name="Image 0" descr="落地路径视觉插画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98280" y="3145536"/>
            <a:ext cx="2487168" cy="270662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科技咨询汇报风格，使用清晰标题、重点数字、卡片和结构化图示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20116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1089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5E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示例公司 · 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8823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总结与行动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收束核心观点，明确下一步动作</a:t>
            </a:r>
            <a:endParaRPr lang="en-US" sz="950" dirty="0"/>
          </a:p>
        </p:txBody>
      </p:sp>
      <p:pic>
        <p:nvPicPr>
          <p:cNvPr id="7" name="Image 0" descr="总结与行动视觉插画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554480"/>
            <a:ext cx="3913632" cy="32735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755648"/>
            <a:ext cx="6446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总结与行动需要服务于“后端视觉生成能力升级”的核心判断，并转化为可行动建议。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594360" y="3611880"/>
            <a:ext cx="2090928" cy="1024128"/>
          </a:xfrm>
          <a:prstGeom prst="rect">
            <a:avLst>
              <a:gd name="adj" fmla="val 7143"/>
            </a:avLst>
          </a:prstGeom>
          <a:solidFill>
            <a:srgbClr val="FFF8EC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2376" y="3758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2376" y="4105656"/>
            <a:ext cx="1834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形成共识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2667000" y="4123944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795016" y="3611880"/>
            <a:ext cx="2090928" cy="1024128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923032" y="3758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923032" y="4105656"/>
            <a:ext cx="1834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确认路径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4867656" y="4123944"/>
            <a:ext cx="146304" cy="0"/>
          </a:xfrm>
          <a:prstGeom prst="line">
            <a:avLst/>
          </a:prstGeom>
          <a:noFill/>
          <a:ln w="17780">
            <a:solidFill>
              <a:srgbClr val="155E75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995672" y="3611880"/>
            <a:ext cx="2090928" cy="1024128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55E75">
                <a:alpha val="14000"/>
              </a:srgbClr>
            </a:solidFill>
            <a:prstDash val="solid"/>
          </a:ln>
          <a:effectLst>
            <a:outerShdw sx="100000" sy="100000" kx="0" ky="0" algn="bl" rotWithShape="0" blurRad="15240" dist="50800" dir="2700000">
              <a:srgbClr val="D7DEE8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23688" y="37581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5E7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123688" y="4105656"/>
            <a:ext cx="1834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启动行动</a:t>
            </a:r>
            <a:endParaRPr lang="en-US" sz="1220" dirty="0"/>
          </a:p>
        </p:txBody>
      </p:sp>
      <p:sp>
        <p:nvSpPr>
          <p:cNvPr id="20" name="Text 17"/>
          <p:cNvSpPr/>
          <p:nvPr/>
        </p:nvSpPr>
        <p:spPr>
          <a:xfrm>
            <a:off x="704088" y="5102352"/>
            <a:ext cx="107899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>
              <a:spcAft>
                <a:spcPts val="700"/>
              </a:spcAft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围绕“后端视觉生成能力升级”建立清晰的汇报主线</a:t>
            </a:r>
            <a:endParaRPr lang="en-US" sz="1050" dirty="0"/>
          </a:p>
          <a:p>
            <a:pPr>
              <a:spcAft>
                <a:spcPts val="700"/>
              </a:spcAft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结合示例公司场景，突出与受众相关的关键判断</a:t>
            </a:r>
            <a:endParaRPr lang="en-US" sz="1050" dirty="0"/>
          </a:p>
          <a:p>
            <a:pPr>
              <a:spcAft>
                <a:spcPts val="700"/>
              </a:spcAft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 visual-smoke-skill 的版式、语气和品牌约束</a:t>
            </a:r>
            <a:endParaRPr lang="en-US" sz="1050" dirty="0"/>
          </a:p>
          <a:p>
            <a:pPr>
              <a:spcAft>
                <a:spcPts val="700"/>
              </a:spcAft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吸收补充材料中的重点信息：需要展示配色、排版、图片、流程和指标卡能力。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" y="6327648"/>
            <a:ext cx="11000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556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科技咨询汇报风格，使用清晰标题、重点数字、卡片和结构化图示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示例公司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后端视觉生成能力升级</dc:title>
  <dc:subject>后端视觉生成能力升级</dc:subject>
  <dc:creator>PPT Skill Workspace</dc:creator>
  <cp:lastModifiedBy>PPT Skill Workspace</cp:lastModifiedBy>
  <cp:revision>1</cp:revision>
  <dcterms:created xsi:type="dcterms:W3CDTF">2026-06-17T09:38:22Z</dcterms:created>
  <dcterms:modified xsi:type="dcterms:W3CDTF">2026-06-17T09:38:22Z</dcterms:modified>
</cp:coreProperties>
</file>